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3" r:id="rId4"/>
    <p:sldId id="27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rld !" initials="W!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1-1 软件SPI读写W25Q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97965"/>
            <a:ext cx="12192000" cy="50126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接线图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引脚定义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557" y="1025912"/>
            <a:ext cx="4160886" cy="56610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SPI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外设简介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0963" y="1236373"/>
            <a:ext cx="110500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STM32</a:t>
            </a:r>
            <a:r>
              <a:rPr lang="zh-CN" altLang="en-US" sz="2800"/>
              <a:t>内部集成了硬件</a:t>
            </a:r>
            <a:r>
              <a:rPr lang="en-US" altLang="zh-CN" sz="2800"/>
              <a:t>SPI</a:t>
            </a:r>
            <a:r>
              <a:rPr lang="zh-CN" altLang="en-US" sz="2800"/>
              <a:t>收发电路，可以由硬件自动执行时钟生成、数据收发等功能，减轻</a:t>
            </a:r>
            <a:r>
              <a:rPr lang="en-US" altLang="zh-CN" sz="2800"/>
              <a:t>CPU</a:t>
            </a:r>
            <a:r>
              <a:rPr lang="zh-CN" altLang="en-US" sz="2800"/>
              <a:t>的负担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可配置</a:t>
            </a:r>
            <a:r>
              <a:rPr lang="en-US" altLang="zh-CN" sz="2800"/>
              <a:t>8</a:t>
            </a:r>
            <a:r>
              <a:rPr lang="zh-CN" altLang="en-US" sz="2800"/>
              <a:t>位</a:t>
            </a:r>
            <a:r>
              <a:rPr lang="en-US" altLang="zh-CN" sz="2800"/>
              <a:t>/16</a:t>
            </a:r>
            <a:r>
              <a:rPr lang="zh-CN" altLang="en-US" sz="2800"/>
              <a:t>位数据帧、高位先行</a:t>
            </a:r>
            <a:r>
              <a:rPr lang="en-US" altLang="zh-CN" sz="2800"/>
              <a:t>/</a:t>
            </a:r>
            <a:r>
              <a:rPr lang="zh-CN" altLang="en-US" sz="2800"/>
              <a:t>低位先行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时钟频率：</a:t>
            </a:r>
            <a:r>
              <a:rPr lang="en-US" altLang="zh-CN" sz="2800"/>
              <a:t> f</a:t>
            </a:r>
            <a:r>
              <a:rPr lang="en-US" altLang="zh-CN" sz="2800" baseline="-25000"/>
              <a:t>PCLK</a:t>
            </a:r>
            <a:r>
              <a:rPr lang="en-US" altLang="zh-CN" sz="2800"/>
              <a:t> / (2, 4, 8, 16, 32, 64, 128, 256)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支持多主机模型、主或从操作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可精简为半双工</a:t>
            </a:r>
            <a:r>
              <a:rPr lang="en-US" altLang="zh-CN" sz="2800"/>
              <a:t>/</a:t>
            </a:r>
            <a:r>
              <a:rPr lang="zh-CN" altLang="en-US" sz="2800"/>
              <a:t>单工通信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支持</a:t>
            </a:r>
            <a:r>
              <a:rPr lang="en-US" altLang="zh-CN" sz="2800"/>
              <a:t>DMA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兼容</a:t>
            </a:r>
            <a:r>
              <a:rPr lang="en-US" altLang="zh-CN" sz="2800"/>
              <a:t>I2S</a:t>
            </a:r>
            <a:r>
              <a:rPr lang="zh-CN" altLang="en-US" sz="2800"/>
              <a:t>协议</a:t>
            </a: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/>
              <a:t>STM32F103C8T6</a:t>
            </a:r>
            <a:r>
              <a:rPr lang="zh-CN" altLang="en-US" sz="2800"/>
              <a:t> 硬件</a:t>
            </a:r>
            <a:r>
              <a:rPr lang="en-US" altLang="zh-CN" sz="2800"/>
              <a:t>SPI</a:t>
            </a:r>
            <a:r>
              <a:rPr lang="zh-CN" altLang="en-US" sz="2800"/>
              <a:t>资源：</a:t>
            </a:r>
            <a:r>
              <a:rPr lang="en-US" altLang="zh-CN" sz="2800"/>
              <a:t>SPI1</a:t>
            </a:r>
            <a:r>
              <a:rPr lang="zh-CN" altLang="en-US" sz="2800"/>
              <a:t>、</a:t>
            </a:r>
            <a:r>
              <a:rPr lang="en-US" altLang="zh-CN" sz="2800"/>
              <a:t>SPI2</a:t>
            </a:r>
            <a:endParaRPr lang="en-US" altLang="zh-CN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WPS 演示</Application>
  <PresentationFormat>宽屏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等线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zuo</dc:creator>
  <cp:lastModifiedBy>左成章</cp:lastModifiedBy>
  <cp:revision>5</cp:revision>
  <dcterms:created xsi:type="dcterms:W3CDTF">2023-08-09T12:44:00Z</dcterms:created>
  <dcterms:modified xsi:type="dcterms:W3CDTF">2025-05-11T02:00:46Z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