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6"/>
  </p:notesMasterIdLst>
  <p:sldIdLst>
    <p:sldId id="551" r:id="rId3"/>
    <p:sldId id="533" r:id="rId4"/>
    <p:sldId id="53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rld !" initials="W!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6909"/>
    <a:srgbClr val="BF9000"/>
    <a:srgbClr val="7F6000"/>
    <a:srgbClr val="C1AD35"/>
    <a:srgbClr val="D37726"/>
    <a:srgbClr val="93670F"/>
    <a:srgbClr val="A9584C"/>
    <a:srgbClr val="0F78C3"/>
    <a:srgbClr val="FFC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5201" autoAdjust="0"/>
  </p:normalViewPr>
  <p:slideViewPr>
    <p:cSldViewPr snapToGrid="0">
      <p:cViewPr varScale="1">
        <p:scale>
          <a:sx n="96" d="100"/>
          <a:sy n="96" d="100"/>
        </p:scale>
        <p:origin x="101" y="62"/>
      </p:cViewPr>
      <p:guideLst/>
    </p:cSldViewPr>
  </p:slideViewPr>
  <p:outlineViewPr>
    <p:cViewPr>
      <p:scale>
        <a:sx n="33" d="100"/>
        <a:sy n="33" d="100"/>
      </p:scale>
      <p:origin x="0" y="-239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130"/>
    </p:cViewPr>
  </p:sorterViewPr>
  <p:notesViewPr>
    <p:cSldViewPr snapToGrid="0">
      <p:cViewPr varScale="1">
        <p:scale>
          <a:sx n="66" d="100"/>
          <a:sy n="66" d="100"/>
        </p:scale>
        <p:origin x="262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0B298-4202-4CC8-9A55-E4F3A856E2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53755-F96D-4BCD-839A-0F5B5CE827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接线图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 descr="9-2 串口发送+接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96645"/>
            <a:ext cx="12192000" cy="5608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USART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基本结构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1333" y="1140179"/>
            <a:ext cx="10329334" cy="49783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78875" y="1915180"/>
            <a:ext cx="1540433" cy="10243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发送控制器</a:t>
            </a:r>
            <a:endParaRPr lang="en-US" altLang="zh-CN"/>
          </a:p>
        </p:txBody>
      </p:sp>
      <p:cxnSp>
        <p:nvCxnSpPr>
          <p:cNvPr id="20" name="直接箭头连接符 19"/>
          <p:cNvCxnSpPr>
            <a:stCxn id="7" idx="3"/>
            <a:endCxn id="39" idx="1"/>
          </p:cNvCxnSpPr>
          <p:nvPr/>
        </p:nvCxnSpPr>
        <p:spPr>
          <a:xfrm>
            <a:off x="5819308" y="2427364"/>
            <a:ext cx="60826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96" idx="0"/>
          </p:cNvCxnSpPr>
          <p:nvPr/>
        </p:nvCxnSpPr>
        <p:spPr>
          <a:xfrm flipV="1">
            <a:off x="3204526" y="2427363"/>
            <a:ext cx="0" cy="3683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272681" y="3649485"/>
            <a:ext cx="1540433" cy="10243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接收控制器</a:t>
            </a:r>
            <a:endParaRPr lang="en-US" altLang="zh-CN"/>
          </a:p>
        </p:txBody>
      </p:sp>
      <p:sp>
        <p:nvSpPr>
          <p:cNvPr id="40" name="矩形 39"/>
          <p:cNvSpPr/>
          <p:nvPr/>
        </p:nvSpPr>
        <p:spPr>
          <a:xfrm>
            <a:off x="6427573" y="3450216"/>
            <a:ext cx="3138607" cy="1422906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6427573" y="1715911"/>
            <a:ext cx="3138606" cy="1422907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6791169" y="1884648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发送数据寄存器</a:t>
            </a:r>
            <a:r>
              <a:rPr lang="en-US" altLang="zh-CN"/>
              <a:t>TDR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6791169" y="2586769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&gt;&gt;</a:t>
            </a:r>
            <a:r>
              <a:rPr lang="zh-CN" altLang="en-US"/>
              <a:t>发送移位寄存器</a:t>
            </a:r>
            <a:r>
              <a:rPr lang="en-US" altLang="zh-CN"/>
              <a:t>&gt;&gt;</a:t>
            </a:r>
            <a:endParaRPr lang="en-US" altLang="zh-CN"/>
          </a:p>
        </p:txBody>
      </p:sp>
      <p:sp>
        <p:nvSpPr>
          <p:cNvPr id="12" name="箭头: 右 11"/>
          <p:cNvSpPr/>
          <p:nvPr/>
        </p:nvSpPr>
        <p:spPr>
          <a:xfrm rot="5400000">
            <a:off x="7837471" y="2236543"/>
            <a:ext cx="318811" cy="381643"/>
          </a:xfrm>
          <a:prstGeom prst="rightArrow">
            <a:avLst/>
          </a:prstGeom>
          <a:solidFill>
            <a:srgbClr val="BF9000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791169" y="4330506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接收数据寄存器</a:t>
            </a:r>
            <a:r>
              <a:rPr lang="en-US" altLang="zh-CN"/>
              <a:t>RDR</a:t>
            </a:r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6791169" y="3609522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&gt;&gt;</a:t>
            </a:r>
            <a:r>
              <a:rPr lang="zh-CN" altLang="en-US"/>
              <a:t>接收移位寄存器</a:t>
            </a:r>
            <a:r>
              <a:rPr lang="en-US" altLang="zh-CN"/>
              <a:t>&gt;&gt;</a:t>
            </a:r>
            <a:endParaRPr lang="en-US" altLang="zh-CN"/>
          </a:p>
        </p:txBody>
      </p:sp>
      <p:sp>
        <p:nvSpPr>
          <p:cNvPr id="44" name="箭头: 右 43"/>
          <p:cNvSpPr/>
          <p:nvPr/>
        </p:nvSpPr>
        <p:spPr>
          <a:xfrm rot="5400000">
            <a:off x="7837471" y="3961417"/>
            <a:ext cx="318811" cy="381643"/>
          </a:xfrm>
          <a:prstGeom prst="rightArrow">
            <a:avLst/>
          </a:prstGeom>
          <a:solidFill>
            <a:srgbClr val="BF9000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043806" y="3105044"/>
            <a:ext cx="841223" cy="37894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GPIO</a:t>
            </a:r>
            <a:endParaRPr lang="en-US" altLang="zh-CN"/>
          </a:p>
        </p:txBody>
      </p:sp>
      <p:cxnSp>
        <p:nvCxnSpPr>
          <p:cNvPr id="47" name="直接箭头连接符 46"/>
          <p:cNvCxnSpPr>
            <a:stCxn id="36" idx="3"/>
            <a:endCxn id="54" idx="1"/>
          </p:cNvCxnSpPr>
          <p:nvPr/>
        </p:nvCxnSpPr>
        <p:spPr>
          <a:xfrm flipV="1">
            <a:off x="9202583" y="2776241"/>
            <a:ext cx="841223" cy="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10043806" y="2586769"/>
            <a:ext cx="841223" cy="37894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GPIO</a:t>
            </a:r>
            <a:endParaRPr lang="en-US" altLang="zh-CN"/>
          </a:p>
        </p:txBody>
      </p:sp>
      <p:cxnSp>
        <p:nvCxnSpPr>
          <p:cNvPr id="56" name="直接箭头连接符 55"/>
          <p:cNvCxnSpPr>
            <a:endCxn id="34" idx="1"/>
          </p:cNvCxnSpPr>
          <p:nvPr/>
        </p:nvCxnSpPr>
        <p:spPr>
          <a:xfrm>
            <a:off x="6609644" y="3801177"/>
            <a:ext cx="18152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46" idx="1"/>
          </p:cNvCxnSpPr>
          <p:nvPr/>
        </p:nvCxnSpPr>
        <p:spPr>
          <a:xfrm flipH="1">
            <a:off x="6609644" y="3294516"/>
            <a:ext cx="34341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6609645" y="3294516"/>
            <a:ext cx="0" cy="5066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10888233" y="2778425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>
            <a:off x="10888233" y="3294516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11202648" y="2407162"/>
            <a:ext cx="620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TX</a:t>
            </a:r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1202648" y="3311390"/>
            <a:ext cx="620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RX</a:t>
            </a:r>
            <a:endParaRPr lang="zh-CN" altLang="en-US"/>
          </a:p>
        </p:txBody>
      </p:sp>
      <p:cxnSp>
        <p:nvCxnSpPr>
          <p:cNvPr id="89" name="直接箭头连接符 88"/>
          <p:cNvCxnSpPr>
            <a:stCxn id="37" idx="3"/>
            <a:endCxn id="40" idx="1"/>
          </p:cNvCxnSpPr>
          <p:nvPr/>
        </p:nvCxnSpPr>
        <p:spPr>
          <a:xfrm>
            <a:off x="5813114" y="4161669"/>
            <a:ext cx="6144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9728627" y="5115861"/>
            <a:ext cx="1156402" cy="640936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开关控制</a:t>
            </a:r>
            <a:endParaRPr lang="en-US" altLang="zh-CN"/>
          </a:p>
        </p:txBody>
      </p:sp>
      <p:cxnSp>
        <p:nvCxnSpPr>
          <p:cNvPr id="93" name="直接箭头连接符 92"/>
          <p:cNvCxnSpPr>
            <a:endCxn id="96" idx="1"/>
          </p:cNvCxnSpPr>
          <p:nvPr/>
        </p:nvCxnSpPr>
        <p:spPr>
          <a:xfrm>
            <a:off x="1303866" y="3294516"/>
            <a:ext cx="11304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1193684" y="2925184"/>
            <a:ext cx="114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PCLK2/1</a:t>
            </a:r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2434309" y="2795732"/>
            <a:ext cx="1540433" cy="1024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波特率</a:t>
            </a:r>
            <a:endParaRPr lang="en-US" altLang="zh-CN"/>
          </a:p>
          <a:p>
            <a:pPr algn="ctr"/>
            <a:r>
              <a:rPr lang="zh-CN" altLang="en-US"/>
              <a:t>发生器</a:t>
            </a:r>
            <a:endParaRPr lang="en-US" altLang="zh-CN"/>
          </a:p>
        </p:txBody>
      </p:sp>
      <p:cxnSp>
        <p:nvCxnSpPr>
          <p:cNvPr id="102" name="直接箭头连接符 101"/>
          <p:cNvCxnSpPr>
            <a:endCxn id="7" idx="1"/>
          </p:cNvCxnSpPr>
          <p:nvPr/>
        </p:nvCxnSpPr>
        <p:spPr>
          <a:xfrm>
            <a:off x="3202945" y="2427364"/>
            <a:ext cx="10759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endCxn id="96" idx="2"/>
          </p:cNvCxnSpPr>
          <p:nvPr/>
        </p:nvCxnSpPr>
        <p:spPr>
          <a:xfrm flipV="1">
            <a:off x="3204526" y="3820099"/>
            <a:ext cx="0" cy="3321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37" idx="1"/>
          </p:cNvCxnSpPr>
          <p:nvPr/>
        </p:nvCxnSpPr>
        <p:spPr>
          <a:xfrm>
            <a:off x="3202945" y="4161669"/>
            <a:ext cx="10697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数据帧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80" y="910590"/>
            <a:ext cx="2011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轮询</a:t>
            </a:r>
            <a:r>
              <a:rPr lang="zh-CN" altLang="en-US" sz="2800">
                <a:sym typeface="+mn-ea"/>
              </a:rPr>
              <a:t>模式</a:t>
            </a:r>
            <a:endParaRPr lang="zh-CN" altLang="en-US" sz="2800">
              <a:sym typeface="+mn-ea"/>
            </a:endParaRPr>
          </a:p>
        </p:txBody>
      </p:sp>
      <p:pic>
        <p:nvPicPr>
          <p:cNvPr id="6" name="图片 5" descr="中断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1620" y="746760"/>
            <a:ext cx="3303270" cy="57423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81620" y="747395"/>
            <a:ext cx="2011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中断模式</a:t>
            </a:r>
            <a:endParaRPr lang="zh-CN" altLang="en-US" sz="2800">
              <a:sym typeface="+mn-ea"/>
            </a:endParaRPr>
          </a:p>
        </p:txBody>
      </p:sp>
      <p:pic>
        <p:nvPicPr>
          <p:cNvPr id="8" name="图片 7" descr="局部截取_20250427_1117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15" y="746760"/>
            <a:ext cx="5114925" cy="6001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WPS 演示</Application>
  <PresentationFormat>宽屏</PresentationFormat>
  <Paragraphs>37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! World</dc:creator>
  <cp:lastModifiedBy>左成章</cp:lastModifiedBy>
  <cp:revision>1457</cp:revision>
  <dcterms:created xsi:type="dcterms:W3CDTF">2019-03-09T07:14:00Z</dcterms:created>
  <dcterms:modified xsi:type="dcterms:W3CDTF">2025-04-27T03:18:33Z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818B444018AA49AC87AF32B163000B00_12</vt:lpwstr>
  </property>
  <property fmtid="{D5CDD505-2E9C-101B-9397-08002B2CF9AE}" pid="3" name="KSOProductBuildVer">
    <vt:lpwstr>2052-12.1.0.19302</vt:lpwstr>
  </property>
</Properties>
</file>